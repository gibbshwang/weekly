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108813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88136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Gstack 이해하기</a:t>
            </a:r>
          </a:p>
          <a:p>
            <a:pPr>
              <a:spcBef>
                <a:spcPts val="1200"/>
              </a:spcBef>
              <a:defRPr sz="1800">
                <a:solidFill>
                  <a:srgbClr val="475569"/>
                </a:solidFill>
              </a:defRPr>
            </a:pPr>
            <a:r>
              <a:t>Garry Tan의 AI 소프트웨어 개발 워크플로 시스템</a:t>
            </a:r>
          </a:p>
          <a:p>
            <a:pPr>
              <a:spcBef>
                <a:spcPts val="1800"/>
              </a:spcBef>
              <a:defRPr sz="1600">
                <a:solidFill>
                  <a:srgbClr val="2563EB"/>
                </a:solidFill>
              </a:defRPr>
            </a:pPr>
            <a:r>
              <a:t>10장 요약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주요 참고: GitHub 공식 저장소와 README 기반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Garry Tan / GitHub 공식 자료 기반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1. Gstack은 무엇인가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Gstack은 Garry Tan이 공개한 AI 기반 소프트웨어 개발 워크플로 세트다.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핵심은 Claude Code 같은 코딩 에이전트를 단일 도우미가 아니라 역할 기반 팀처럼 작동시키는 것이다.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CEO, 엔지니어링 매니저, 디자이너, 리뷰어, QA, 보안, 릴리즈 역할을 명시적 스킬과 명령으로 분리한다.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오픈소스(MIT)로 공개되어 있고, SKILL.md 표준을 지원하는 에이전트 환경에서 활용할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2. 왜 주목받는가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AI 코딩의 병목은 코드 생성 자체보다 방향 설정, 검토, QA, 배포, 회고의 부재에 있다.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Gstack은 이 병목을 역할 분리와 워크플로 표준화로 해결하려는 접근이다.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즉 '좋은 프롬프트' 모음이 아니라, 소프트웨어 팀의 운영 체계를 AI에 이식한 구조에 가깝다.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한 사람이 더 많은 제품 사이클을 돌릴 수 있게 해주는 운영 레버리지 도구라는 점이 핵심이다.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3. 기본 철학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Gstack은 AI를 만능 엔지니어 1명으로 쓰기보다, 서로 다른 책임을 가진 팀으로 쪼개서 쓴다.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문제 정의 → 계획 → 구현 → 리뷰 → QA → 배포 → 회고 흐름을 명시적으로 분리한다.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각 단계의 산출물이 다음 단계 입력으로 이어지기 때문에 문맥 손실을 줄인다.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결과적으로 '바로 코드부터 쓰는 실수'를 줄이고, 더 일관된 품질을 만들도록 유도한다.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4. 역할 기반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CEO/Founder: 문제를 다시 정의하고, 숨은 10배 가치나 잘못된 가정을 찾아낸다.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Eng Manager: 아키텍처, 데이터 흐름, 에지 케이스, 테스트 관점을 구조화한다.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Designer: AI 특유의 조악한 UX를 걸러내고 제품 완성도를 끌어올린다.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Reviewer/QA/CSO/Release Engineer: 버그, 보안, 브라우저 검증, 릴리즈까지 후반 공정을 담당한다.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5. 실제 워크플로는 어떻게 흘러가나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예시 흐름: /office-hours → /plan-ceo-review → /plan-eng-review → 구현 → /review → /qa → /ship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초기 아이디어는 먼저 문제 재정의와 범위 조정부터 거친다.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이후 구현은 단독 액션이 아니라 리뷰와 QA가 포함된 파이프라인 안에서 진행된다.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즉 Gstack의 본질은 '명령 하나'가 아니라 '명령 간 연결된 운영 흐름'이다.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6. 기존 AI 코딩 방식과 차이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일반 방식은 한 에이전트에게 기획, 설계, 구현, 테스트를 한 번에 맡기기 쉽다.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그 결과 범위 드리프트, 테스트 누락, UI 조악함, 배포 전 검증 부족이 자주 생긴다.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Gstack은 각 단계를 강제로 분리해 '생각-계획-구현-검증'의 리듬을 만든다.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즉 생산성만 높이는 것이 아니라, 실패 패턴을 구조적으로 줄이는 데 강점이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7. 어떤 사람에게 특히 유용한가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기술 감각은 있지만 팀이 작아서 여러 역할을 혼자 해야 하는 창업자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제품 방향과 코드 품질을 동시에 챙겨야 하는 1인 개발자나 소규모 팀 리더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Claude Code나 유사 도구를 쓰지만, 결과 일관성과 검증 흐름이 아쉬운 사용자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반대로 아주 단순한 스크립트나 일회성 작업에는 과한 프레임일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8. 강점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역할 분리를 통해 AI 출력 품질을 더 일관되게 만든다.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리뷰, QA, 보안, 릴리즈를 같은 워크플로 안에 넣어 '마지막 20%'를 강화한다.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오픈소스이기 때문에 팀에 맞게 수정하거나 내부 표준으로 흡수하기 쉽다.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잘 맞는 조직에서는 한 사람이 작은 제품팀처럼 움직일 수 있는 레버리지를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9. 한계와 주의점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구조가 좋아도 실제 모델 품질과 사용자의 판단력까지 대체하진 못한다.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작업이 작고 단순할수록 오히려 절차가 무거워 보일 수 있다.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좋은 산출물을 얻으려면 각 단계에서 사람의 승인, 방향 조정, 현실 감각이 여전히 필요하다.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즉 Gstack은 '자동으로 다 해주는 마법'이 아니라, AI를 더 잘 쓰기 위한 운영 체계다.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10. 실제 도입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처음부터 모든 스킬을 다 쓰기보다, 문제 재정의 / 리뷰 / QA 같은 핵심 단계부터 도입하는 게 낫다.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작은 프로젝트 하나에 적용해 팀의 개발 리듬과 맞는지 먼저 검증해보는 것이 좋다.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조직 관점에선 Gstack 자체보다 '역할 분리와 단계별 검증' 철학을 어떻게 내 프로세스에 녹일지가 더 중요하다.</a:t>
            </a:r>
          </a:p>
          <a:p>
            <a:pPr>
              <a:spcAft>
                <a:spcPts val="1200"/>
              </a:spcAft>
              <a:defRPr sz="2400">
                <a:solidFill>
                  <a:srgbClr val="0F172A"/>
                </a:solidFill>
              </a:defRPr>
            </a:pPr>
            <a:r>
              <a:t>요약하면 Gstack은 AI 코딩 툴이 아니라, AI 시대의 소규모 소프트웨어 공장 운영 방식에 가깝다.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Gstack 설명 자료 | 2026-03-29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