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미국 주식 주간 브리핑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기준 주간: 2026-02-27 ~ 2026-03-06</a:t>
            </a:r>
          </a:p>
          <a:p>
            <a:r>
              <a:t>작성일: 2026-03-08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이번 주 한눈에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미국 3대 지수 모두 주간 하락 마감</a:t>
            </a:r>
          </a:p>
          <a:p>
            <a:r>
              <a:t>• S&amp;P 500: 6878.88 → 6740.02 (-2.02%)</a:t>
            </a:r>
          </a:p>
          <a:p>
            <a:r>
              <a:t>• NASDAQ: 22668.21 → 22387.68 (-1.24%)</a:t>
            </a:r>
          </a:p>
          <a:p>
            <a:r>
              <a:t>• DOW: 48977.92 → 47501.55 (-3.01%)</a:t>
            </a:r>
          </a:p>
          <a:p>
            <a:r>
              <a:t>• 주 후반부 하방 압력 확대, 위험자산 선호 약화 관찰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지수 동향 (주간)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r>
                        <a:t>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등락(pts)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등락률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6878.88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6740.02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-138.86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-2.02%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22668.21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22387.68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-280.53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-1.24%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48977.92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47501.55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-1476.37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해석: 기술주 비중이 높은 나스닥과 경기민감 비중이 있는 다우가 동반 약세를 보이며 전반적 리스크오프 흐름이 나타남.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거시환경 체크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금리/물가/고용 지표 민감도 상승 구간</a:t>
            </a:r>
          </a:p>
          <a:p>
            <a:r>
              <a:t>• 정책금리 경로(인하 시점) 기대 변화가 성장주 밸류에이션에 직접 영향</a:t>
            </a:r>
          </a:p>
          <a:p>
            <a:r>
              <a:t>• 고용·물가 데이터 발표 전후로 변동성 확대 가능성</a:t>
            </a:r>
          </a:p>
          <a:p>
            <a:r>
              <a:t>• 단기적으로 매크로 서프라이즈에 따른 지수 흔들림 경계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섹터 강약 및 수급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지수 하락 국면에서는 방어주/현금흐름 안정 섹터 상대강세 가능</a:t>
            </a:r>
          </a:p>
          <a:p>
            <a:r>
              <a:t>• 고밸류 성장주는 금리 민감도로 변동성 확대 가능</a:t>
            </a:r>
          </a:p>
          <a:p>
            <a:r>
              <a:t>• 주간 관점: 업종 확산보다 대형주/테마 쏠림 완화 여부 확인</a:t>
            </a:r>
          </a:p>
          <a:p>
            <a:r>
              <a:t>• ETF 자금 유입/유출 추세를 다음 주 선행 지표로 모니터링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주요 종목/테마 관찰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빅테크 실적 가이던스와 AI CAPEX 코멘트가 시장 방향성에 영향</a:t>
            </a:r>
          </a:p>
          <a:p>
            <a:r>
              <a:t>• 반도체/소프트웨어: 수요 기대 vs 밸류 부담의 줄다리기</a:t>
            </a:r>
          </a:p>
          <a:p>
            <a:r>
              <a:t>• 금융주: 장단기 금리차와 신용스프레드 변화를 함께 확인</a:t>
            </a:r>
          </a:p>
          <a:p>
            <a:r>
              <a:t>• 에너지/산업재: 원자재 가격 및 경기 민감 신호 점검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다음 주 체크포인트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경제지표: CPI/PPI/고용 관련 핵심 발표 일정</a:t>
            </a:r>
          </a:p>
          <a:p>
            <a:r>
              <a:t>• 연준 인사 발언: 통화정책 경로 힌트 여부</a:t>
            </a:r>
          </a:p>
          <a:p>
            <a:r>
              <a:t>• 대형주 실적/가이던스: 지수 기여도 상위 종목 주목</a:t>
            </a:r>
          </a:p>
          <a:p>
            <a:r>
              <a:t>• 기술적 구간: S&amp;P500 6700선 부근 지지력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전략 시사점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단기: 이벤트 전후 변동성 확대로 포지션 사이즈 관리 우선</a:t>
            </a:r>
          </a:p>
          <a:p>
            <a:r>
              <a:t>• 중기: 실적 모멘텀+현금흐름 품질 중심 선별 접근</a:t>
            </a:r>
          </a:p>
          <a:p>
            <a:r>
              <a:t>• 분할매수/현금비중 병행으로 리스크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면책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본 자료는 정보 제공 목적이며 투자 권유가 아닙니다.</a:t>
            </a:r>
          </a:p>
          <a:p>
            <a:r>
              <a:t>• 데이터는 공개 소스를 기반으로 작성되었으며 오류 가능성이 있습니다.</a:t>
            </a:r>
          </a:p>
          <a:p>
            <a:r>
              <a:t>• 최종 투자 판단과 책임은 투자자 본인에게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